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17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2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9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7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2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6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6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2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2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46011-2A6B-4FC5-9645-9AAFCF899D3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ADC6D-E51C-463C-B9DD-F9747EBBE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5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2+ Thousand Llm Icons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75"/>
          <a:stretch/>
        </p:blipFill>
        <p:spPr bwMode="auto">
          <a:xfrm>
            <a:off x="7505462" y="2563177"/>
            <a:ext cx="1301342" cy="124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3499247" y="944880"/>
            <a:ext cx="5451713" cy="440944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763407" y="1183641"/>
            <a:ext cx="2905760" cy="3936999"/>
          </a:xfrm>
          <a:prstGeom prst="round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Perform Various Analyses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60403" y="1926918"/>
            <a:ext cx="2651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Fundamental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0403" y="2541117"/>
            <a:ext cx="2651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Technical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60403" y="3155316"/>
            <a:ext cx="2651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Risk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60403" y="3769515"/>
            <a:ext cx="2651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News/Sentiment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60403" y="4381889"/>
            <a:ext cx="2651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Analyst Recommendation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810416" y="3065066"/>
            <a:ext cx="664194" cy="245263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9163329" y="3070070"/>
            <a:ext cx="664194" cy="245263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Report - Free business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774" y="2563177"/>
            <a:ext cx="1206337" cy="12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9471923" y="3932230"/>
            <a:ext cx="26184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i="0" dirty="0" smtClean="0">
                <a:effectLst/>
                <a:latin typeface="YAFdJjTk5UU_0"/>
              </a:rPr>
              <a:t>A detailed report with Buy/Hold/Sell verdict</a:t>
            </a:r>
            <a:endParaRPr lang="en-US" sz="1600" dirty="0">
              <a:effectLst/>
              <a:latin typeface="YAFdJjTk5UU_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-29250" y="2222212"/>
            <a:ext cx="3570367" cy="1936055"/>
            <a:chOff x="228282" y="2489201"/>
            <a:chExt cx="3667760" cy="1936055"/>
          </a:xfrm>
        </p:grpSpPr>
        <p:pic>
          <p:nvPicPr>
            <p:cNvPr id="27" name="Picture 4" descr="File:Sample User Icon.png - Wikimedia Common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6522" y="2489201"/>
              <a:ext cx="1351280" cy="1351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Rectangle 27"/>
            <p:cNvSpPr/>
            <p:nvPr/>
          </p:nvSpPr>
          <p:spPr>
            <a:xfrm>
              <a:off x="228282" y="3840481"/>
              <a:ext cx="366776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i="0" dirty="0" smtClean="0">
                  <a:effectLst/>
                  <a:latin typeface="YAFdJjTk5UU_0"/>
                </a:rPr>
                <a:t>User query</a:t>
              </a:r>
              <a:endParaRPr lang="en-US" sz="1600" dirty="0" smtClean="0">
                <a:effectLst/>
                <a:latin typeface="YAFdJjTk5UU_0"/>
              </a:endParaRPr>
            </a:p>
            <a:p>
              <a:pPr algn="ctr"/>
              <a:r>
                <a:rPr lang="en-US" sz="1600" b="1" i="0" dirty="0" smtClean="0">
                  <a:effectLst/>
                  <a:latin typeface="YAFdJjTk5UU_0"/>
                </a:rPr>
                <a:t>(</a:t>
              </a:r>
              <a:r>
                <a:rPr lang="en-US" sz="1600" b="1" i="0" dirty="0" err="1" smtClean="0">
                  <a:effectLst/>
                  <a:latin typeface="YAFdJjTk5UU_0"/>
                </a:rPr>
                <a:t>eg</a:t>
              </a:r>
              <a:r>
                <a:rPr lang="en-US" sz="1600" b="1" i="0" dirty="0" smtClean="0">
                  <a:effectLst/>
                  <a:latin typeface="YAFdJjTk5UU_0"/>
                </a:rPr>
                <a:t>. </a:t>
              </a:r>
              <a:r>
                <a:rPr lang="en-US" sz="1600" b="0" i="0" dirty="0" smtClean="0">
                  <a:effectLst/>
                  <a:latin typeface="YAFdJjTk5UU_0"/>
                </a:rPr>
                <a:t>Analyze Reliance Industries</a:t>
              </a:r>
              <a:r>
                <a:rPr lang="en-US" sz="1600" b="1" i="0" dirty="0" smtClean="0">
                  <a:effectLst/>
                  <a:latin typeface="YAFdJjTk5UU_0"/>
                </a:rPr>
                <a:t>)</a:t>
              </a:r>
              <a:endParaRPr lang="en-US" sz="1600" dirty="0">
                <a:effectLst/>
                <a:latin typeface="YAFdJjTk5UU_0"/>
              </a:endParaRPr>
            </a:p>
          </p:txBody>
        </p:sp>
      </p:grpSp>
      <p:sp>
        <p:nvSpPr>
          <p:cNvPr id="30" name="Right Arrow 29"/>
          <p:cNvSpPr/>
          <p:nvPr/>
        </p:nvSpPr>
        <p:spPr>
          <a:xfrm>
            <a:off x="2673851" y="3065066"/>
            <a:ext cx="664194" cy="245263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5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YAFdJjTk5UU_0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4</cp:revision>
  <dcterms:created xsi:type="dcterms:W3CDTF">2025-12-07T10:21:57Z</dcterms:created>
  <dcterms:modified xsi:type="dcterms:W3CDTF">2025-12-07T11:02:57Z</dcterms:modified>
</cp:coreProperties>
</file>